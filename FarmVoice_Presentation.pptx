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FarmVoice: AI-Powered Agricultural Assistant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Bridging the Gap Between Technology and Farmers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FarmVoice is an AI-driven platform empowering farmers with real-time insights.</a:t>
            </a:r>
          </a:p>
          <a:p>
            <a:pPr>
              <a:defRPr sz="2000"/>
            </a:pPr>
            <a:r>
              <a:t>It provides weather updates, market prices, and farming advice.</a:t>
            </a:r>
          </a:p>
          <a:p>
            <a:pPr>
              <a:defRPr sz="2000"/>
            </a:pPr>
            <a:r>
              <a:t>Uses voice interactions in local languages (Telugu/English).</a:t>
            </a:r>
          </a:p>
          <a:p>
            <a:pPr>
              <a:defRPr sz="2000"/>
            </a:pPr>
            <a:r>
              <a:t>Aims to bridge the digital divide for seamless agricultural management.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Agriculture is the backbone of the economy but faces a digital divide.</a:t>
            </a:r>
          </a:p>
          <a:p>
            <a:pPr>
              <a:defRPr sz="2000"/>
            </a:pPr>
            <a:r>
              <a:t>Farmers struggle with complex interfaces and language barriers.</a:t>
            </a:r>
          </a:p>
          <a:p>
            <a:pPr>
              <a:defRPr sz="2000"/>
            </a:pPr>
            <a:r>
              <a:t>FarmVoice introduces a Voice-First AI Agent to solve accessibility.</a:t>
            </a:r>
          </a:p>
          <a:p>
            <a:pPr>
              <a:defRPr sz="2000"/>
            </a:pPr>
            <a:r>
              <a:t>Available on Web and Mobile for broad reach.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Literacy Barriers: Farmers find text-heavy apps difficult to use.</a:t>
            </a:r>
          </a:p>
          <a:p>
            <a:pPr>
              <a:defRPr sz="2000"/>
            </a:pPr>
            <a:r>
              <a:t>Complexity: Navigation systems in existing apps are not intuitive.</a:t>
            </a:r>
          </a:p>
          <a:p>
            <a:pPr>
              <a:defRPr sz="2000"/>
            </a:pPr>
            <a:r>
              <a:t>Lack of Real-Time Advisory: Delayed information affects decision making.</a:t>
            </a:r>
          </a:p>
          <a:p>
            <a:pPr>
              <a:defRPr sz="2000"/>
            </a:pPr>
            <a:r>
              <a:t>Language Gap: English-centric solutions alienate rural users.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Enable hands-free Voice Command interaction.</a:t>
            </a:r>
          </a:p>
          <a:p>
            <a:pPr>
              <a:defRPr sz="2000"/>
            </a:pPr>
            <a:r>
              <a:t>Support Multilingual input/output (Telugu &amp; English).</a:t>
            </a:r>
          </a:p>
          <a:p>
            <a:pPr>
              <a:defRPr sz="2000"/>
            </a:pPr>
            <a:r>
              <a:t>Provide real-time Weather, Market Prices, and Advisory.</a:t>
            </a:r>
          </a:p>
          <a:p>
            <a:pPr>
              <a:defRPr sz="2000"/>
            </a:pPr>
            <a:r>
              <a:t>Ensure high availability and low latency (&lt; 2s response).</a:t>
            </a:r>
          </a:p>
          <a:p>
            <a:pPr>
              <a:defRPr sz="2000"/>
            </a:pPr>
            <a:r>
              <a:t>Implement personalized CHI/DTS based user onboarding.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Kisan Suvidha: Information-rich but text-heavy.</a:t>
            </a:r>
          </a:p>
          <a:p>
            <a:pPr>
              <a:defRPr sz="2000"/>
            </a:pPr>
            <a:r>
              <a:t>Agri-Market Apps: Good for prices, lack advisory.</a:t>
            </a:r>
          </a:p>
          <a:p>
            <a:pPr>
              <a:defRPr sz="2000"/>
            </a:pPr>
            <a:r>
              <a:t>Existing Voice Bots: Often limited in vocabulary or dialect support.</a:t>
            </a:r>
          </a:p>
          <a:p>
            <a:pPr>
              <a:defRPr sz="2000"/>
            </a:pPr>
            <a:r>
              <a:t>FarmVoice Gaps Addressed: Conversational AI + Real-time Data + Vernacular.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System: FarmVoice 2.0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Unified AI Agent handling all queries.</a:t>
            </a:r>
          </a:p>
          <a:p>
            <a:pPr>
              <a:defRPr sz="2000"/>
            </a:pPr>
            <a:r>
              <a:t>Voice-to-Action pipeline using STT and TTS.</a:t>
            </a:r>
          </a:p>
          <a:p>
            <a:pPr>
              <a:defRPr sz="2000"/>
            </a:pPr>
            <a:r>
              <a:t>Integration of LLM (LangGraph) for intelligent routing.</a:t>
            </a:r>
          </a:p>
          <a:p>
            <a:pPr>
              <a:defRPr sz="2000"/>
            </a:pPr>
            <a:r>
              <a:t>New User 'Grace Period' for simplified onboarding.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Frontend: Next.js + React (Voice UI).</a:t>
            </a:r>
          </a:p>
          <a:p>
            <a:pPr>
              <a:defRPr sz="2000"/>
            </a:pPr>
            <a:r>
              <a:t>Backend: FastAPI (Python) + LangGraph Orchestration.</a:t>
            </a:r>
          </a:p>
          <a:p>
            <a:pPr>
              <a:defRPr sz="2000"/>
            </a:pPr>
            <a:r>
              <a:t>AI Models: Gemini/Llama (Intelligence), Google/Groq (STT/TTS).</a:t>
            </a:r>
          </a:p>
          <a:p>
            <a:pPr>
              <a:defRPr sz="2000"/>
            </a:pPr>
            <a:r>
              <a:t>Database: Supabase (PostgreSQL) for user data &amp; logs.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/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1. Input: User speaks query in Telugu/English.</a:t>
            </a:r>
          </a:p>
          <a:p>
            <a:pPr>
              <a:defRPr sz="2000"/>
            </a:pPr>
            <a:r>
              <a:t>2. STT: Converts audio to text.</a:t>
            </a:r>
          </a:p>
          <a:p>
            <a:pPr>
              <a:defRPr sz="2000"/>
            </a:pPr>
            <a:r>
              <a:t>3. Processing: LLM identifies intent (Weather/Market/Advice).</a:t>
            </a:r>
          </a:p>
          <a:p>
            <a:pPr>
              <a:defRPr sz="2000"/>
            </a:pPr>
            <a:r>
              <a:t>4. Action: Fetches data via APIs.</a:t>
            </a:r>
          </a:p>
          <a:p>
            <a:pPr>
              <a:defRPr sz="2000"/>
            </a:pPr>
            <a:r>
              <a:t>5. Output: Generates response &amp; speaks back (TTS).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Languages: Python, TypeScript.</a:t>
            </a:r>
          </a:p>
          <a:p>
            <a:pPr>
              <a:defRPr sz="2000"/>
            </a:pPr>
            <a:r>
              <a:t>Web Frameworks: FastAPI, Next.js.</a:t>
            </a:r>
          </a:p>
          <a:p>
            <a:pPr>
              <a:defRPr sz="2000"/>
            </a:pPr>
            <a:r>
              <a:t>AI/ML Libraries: LangChain, LangGraph.</a:t>
            </a:r>
          </a:p>
          <a:p>
            <a:pPr>
              <a:defRPr sz="2000"/>
            </a:pPr>
            <a:r>
              <a:t>Cloud/DB: Supabase, Netlify.</a:t>
            </a:r>
          </a:p>
          <a:p>
            <a:pPr>
              <a:defRPr sz="2000"/>
            </a:pPr>
            <a:r>
              <a:t>Models: Gemini Flash associated models.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Voice Service: Handles audio recording and playback.</a:t>
            </a:r>
          </a:p>
          <a:p>
            <a:pPr>
              <a:defRPr sz="2000"/>
            </a:pPr>
            <a:r>
              <a:t>Router Module: Directs queries to correct handlers.</a:t>
            </a:r>
          </a:p>
          <a:p>
            <a:pPr>
              <a:defRPr sz="2000"/>
            </a:pPr>
            <a:r>
              <a:t>Market Service: Real-time price fetching.</a:t>
            </a:r>
          </a:p>
          <a:p>
            <a:pPr>
              <a:defRPr sz="2000"/>
            </a:pPr>
            <a:r>
              <a:t>Weather Service: Accurate local forecasting.</a:t>
            </a:r>
          </a:p>
          <a:p>
            <a:pPr>
              <a:defRPr sz="2000"/>
            </a:pPr>
            <a:r>
              <a:t>Advisory Engine: AI-generated farming tips.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[Placeholder for Landing Page Screenshot]</a:t>
            </a:r>
          </a:p>
          <a:p>
            <a:pPr>
              <a:defRPr sz="2000"/>
            </a:pPr>
            <a:r>
              <a:t>[Placeholder for Dashboard Screenshot]</a:t>
            </a:r>
          </a:p>
          <a:p>
            <a:pPr>
              <a:defRPr sz="2000"/>
            </a:pPr>
            <a:r>
              <a:t>[Placeholder for Voice Interface Screenshot]</a:t>
            </a:r>
          </a:p>
          <a:p>
            <a:pPr>
              <a:defRPr sz="2000"/>
            </a:pPr>
            <a:r>
              <a:t>Performance: Architecture supports sub-2s latency.</a:t>
            </a:r>
          </a:p>
          <a:p>
            <a:pPr>
              <a:defRPr sz="2000"/>
            </a:pPr>
            <a:r>
              <a:t>Accuracy: High intent recognition rate in testing.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Accessible: No need for typing or high literacy.</a:t>
            </a:r>
          </a:p>
          <a:p>
            <a:pPr>
              <a:defRPr sz="2000"/>
            </a:pPr>
            <a:r>
              <a:t>Vernacular: Speaks the farmer's language.</a:t>
            </a:r>
          </a:p>
          <a:p>
            <a:pPr>
              <a:defRPr sz="2000"/>
            </a:pPr>
            <a:r>
              <a:t>Fast: Immediate answers to queries.</a:t>
            </a:r>
          </a:p>
          <a:p>
            <a:pPr>
              <a:defRPr sz="2000"/>
            </a:pPr>
            <a:r>
              <a:t>Interactive: Two-way conversation unlike static apps.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Daily Crop Management &amp; Advisory.</a:t>
            </a:r>
          </a:p>
          <a:p>
            <a:pPr>
              <a:defRPr sz="2000"/>
            </a:pPr>
            <a:r>
              <a:t>Real-time Market Price Analysis.</a:t>
            </a:r>
          </a:p>
          <a:p>
            <a:pPr>
              <a:defRPr sz="2000"/>
            </a:pPr>
            <a:r>
              <a:t>Weather Alerts for Irrigation Planning.</a:t>
            </a:r>
          </a:p>
          <a:p>
            <a:pPr>
              <a:defRPr sz="2000"/>
            </a:pPr>
            <a:r>
              <a:t>Pest &amp; Disease Identification (Future).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FarmVoice successfully utilizes AI to empower farmers.</a:t>
            </a:r>
          </a:p>
          <a:p>
            <a:pPr>
              <a:defRPr sz="2000"/>
            </a:pPr>
            <a:r>
              <a:t>Reduces the technology barrier through voice interfaces.</a:t>
            </a:r>
          </a:p>
          <a:p>
            <a:pPr>
              <a:defRPr sz="2000"/>
            </a:pPr>
            <a:r>
              <a:t>Sets a foundation for smart, accessible digital agriculture.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IoT Integration for direct soil sensor reading.</a:t>
            </a:r>
          </a:p>
          <a:p>
            <a:pPr>
              <a:defRPr sz="2000"/>
            </a:pPr>
            <a:r>
              <a:t>Image-based pest detection using computer vision.</a:t>
            </a:r>
          </a:p>
          <a:p>
            <a:pPr>
              <a:defRPr sz="2000"/>
            </a:pPr>
            <a:r>
              <a:t>Offline mode for low-connectivity areas.</a:t>
            </a:r>
          </a:p>
          <a:p>
            <a:pPr>
              <a:defRPr sz="2000"/>
            </a:pPr>
            <a:r>
              <a:t>Expansion to more regional languages.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Google Gemini API Documentation.</a:t>
            </a:r>
          </a:p>
          <a:p>
            <a:pPr>
              <a:defRPr sz="2000"/>
            </a:pPr>
            <a:r>
              <a:t>LangChain &amp; LangGraph Docs.</a:t>
            </a:r>
          </a:p>
          <a:p>
            <a:pPr>
              <a:defRPr sz="2000"/>
            </a:pPr>
            <a:r>
              <a:t>Next.js and React Documentation.</a:t>
            </a:r>
          </a:p>
          <a:p>
            <a:pPr>
              <a:defRPr sz="2000"/>
            </a:pPr>
            <a:r>
              <a:t>Relevant Agricultural Open Data APIs.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