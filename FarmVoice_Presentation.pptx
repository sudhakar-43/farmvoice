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1A5F7A"/>
                </a:solidFill>
              </a:defRPr>
            </a:pPr>
            <a:r>
              <a:t>FarmVoice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AI-Powered Smart Farming Assistant</a:t>
            </a:r>
          </a:p>
          <a:p/>
          <a:p>
            <a:r>
              <a:t>Empowering Indian Farmers with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A5F7A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C3E50"/>
                </a:solidFill>
              </a:defRPr>
            </a:pPr>
            <a:r>
              <a:t>FarmVoice is an intelligent, data-driven farming assistant tailored for India.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Objective: Bridge the gap between traditional farming and modern technology.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Vision: Empower farmers with real-time insights.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Core Promise: Personalized advice on crops, diseases, markets, and weather.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A5F7A"/>
                </a:solidFill>
              </a:defRPr>
            </a:pPr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C3E50"/>
                </a:solidFill>
              </a:defRPr>
            </a:pPr>
            <a:r>
              <a:t>Lack of Information: Limited access to scientific farming advice.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Disease Outbreaks: Delayed diagnosis leads to harvest loss.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Market Volatility: Unawareness of prices results in poor selling decisions.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Language Barrier: Digital tools often inaccessible to rural farmers.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A5F7A"/>
                </a:solidFill>
              </a:defRPr>
            </a:pPr>
            <a:r>
              <a:t>The Solution: FarmVoice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C3E50"/>
                </a:solidFill>
              </a:defRPr>
            </a:pPr>
            <a:r>
              <a:t>Accessible: Multilingual Voice Assistant (English, Telugu, Hindi).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Intelligent: AI-driven crop recommendations &amp; disease diagnosis.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Real-Time: Live market prices &amp; precise weather forecasts.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Hyper-Local: Insights based on specific location (Pincode/GPS).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A5F7A"/>
                </a:solidFill>
              </a:defRPr>
            </a:pPr>
            <a:r>
              <a:t>Key Features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C3E50"/>
                </a:solidFill>
              </a:defRPr>
            </a:pPr>
            <a:r>
              <a:t>1. Smart Crop Recommendation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2. AI Disease Diagnosis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3. Real-Time Market Prices (Mandis)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4. Interactive Voice Assistant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5. Weather Forecast &amp; Alerts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6. Government Schemes Information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A5F7A"/>
                </a:solidFill>
              </a:defRPr>
            </a:pPr>
            <a:r>
              <a:t>Smart Crop Recommendation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C3E50"/>
                </a:solidFill>
              </a:defRPr>
            </a:pPr>
            <a:r>
              <a:t>Input: Soil type, NPK levels, rainfall, temperature.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AI Model: Uses ML to predict suitable crops.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Output: Recommends crops with highest probability of success.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Profitability: Estimates profit per acre for the season.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A5F7A"/>
                </a:solidFill>
              </a:defRPr>
            </a:pPr>
            <a:r>
              <a:t>AI-Powered Disease Diagnosis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C3E50"/>
                </a:solidFill>
              </a:defRPr>
            </a:pPr>
            <a:r>
              <a:t>Functionality: Symptom-based diagnosis (Image-based planned).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Database: Trained on 30+ common crop diseases (PlantVillage).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Response: Immediate diagnosis, severity, and treatment steps.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Benefit: Enables early intervention to reduce crop loss.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A5F7A"/>
                </a:solidFill>
              </a:defRPr>
            </a:pPr>
            <a:r>
              <a:t>Real-Time Market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C3E50"/>
                </a:solidFill>
              </a:defRPr>
            </a:pPr>
            <a:r>
              <a:t>Data Source: Agmarknet and government portals.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Live Market Prices: From nearby Mandis.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Analysis: Price trends (High/Low/Modal) &amp; distance sorting.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Impact: Helps farmers choose the best time and place to sell.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A5F7A"/>
                </a:solidFill>
              </a:defRPr>
            </a:pPr>
            <a:r>
              <a:t>Intelligent Voice Assistant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C3E50"/>
                </a:solidFill>
              </a:defRPr>
            </a:pPr>
            <a:r>
              <a:t>Modes: Classic (Query-Response) &amp; Real-Time (WebSocket streaming).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Multilingual: Supports Telugu, Hindi, English.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Capabilities: Answering complex queries like 'How to cure leaf curl?'.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Accessibility: Breaks the literacy barrier for farmers.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A5F7A"/>
                </a:solidFill>
              </a:defRPr>
            </a:pPr>
            <a:r>
              <a:t>Weather Dashboard &amp;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C3E50"/>
                </a:solidFill>
              </a:defRPr>
            </a:pPr>
            <a:r>
              <a:t>Metrics: Temp, Humidity, Rainfall, Wind Speed.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Forecast: 7-day hyper-local prediction.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Alerts: Warnings for storms or bad spraying conditions.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Planning: Optimizes irrigation and pesticide schedules.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A5F7A"/>
                </a:solidFill>
              </a:defRPr>
            </a:pPr>
            <a:r>
              <a:t>Government Schemes &amp;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C3E50"/>
                </a:solidFill>
              </a:defRPr>
            </a:pPr>
            <a:r>
              <a:t>Repository: Central &amp; State agriculture schemes.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Eligibility: Checks for subsidies, insurance, and loans.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Guidance: Step-by-step application procedures.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Examples: PM-KISAN, Rythu Bandhu.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A5F7A"/>
                </a:solidFill>
              </a:defRPr>
            </a:pPr>
            <a:r>
              <a:t>User Journey (UseCase)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C3E50"/>
                </a:solidFill>
              </a:defRPr>
            </a:pPr>
            <a:r>
              <a:t>Persona: Ramu, a farmer in Warangal.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1. Onboarding: Logs in, sets location.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2. Planning: Uses Recommender to choose Cotton.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3. Managing: Diagnoses 'Bacterial Blight' via Voice Assistant.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4. Selling: Checks Market Prices to sell at 15% higher profit.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A5F7A"/>
                </a:solidFill>
              </a:defRPr>
            </a:pPr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C3E50"/>
                </a:solidFill>
              </a:defRPr>
            </a:pPr>
            <a:r>
              <a:t>Frontend: Next.js 14 (React) - Fast, Responsive.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Backend: FastAPI (Python) - High performance ML inference.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Database: Supabase (PostgreSQL) - Reliable storage.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Communication: REST APIs &amp; WebSockets.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A5F7A"/>
                </a:solidFill>
              </a:defRPr>
            </a:pPr>
            <a:r>
              <a:t>Technology Stack: Frontend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C3E50"/>
                </a:solidFill>
              </a:defRPr>
            </a:pPr>
            <a:r>
              <a:t>Framework: Next.js 14 (App Router)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Language: TypeScript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Styling: Tailwind CSS (Glassmorphism)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Visualization: Recharts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Animations: Framer Motion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A5F7A"/>
                </a:solidFill>
              </a:defRPr>
            </a:pPr>
            <a:r>
              <a:t>Technology Stack: Backend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C3E50"/>
                </a:solidFill>
              </a:defRPr>
            </a:pPr>
            <a:r>
              <a:t>Server: Python FastAPI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AI/LLM: Google Gemini API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Speech Services: Faster-Whisper (STT), Piper TTS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Data: Pandas, NumPy, Scikit-learn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Scraping: BeautifulSoup4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A5F7A"/>
                </a:solidFill>
              </a:defRPr>
            </a:pPr>
            <a:r>
              <a:t>Data Sources &amp;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C3E50"/>
                </a:solidFill>
              </a:defRPr>
            </a:pPr>
            <a:r>
              <a:t>Weather: Open-Meteo API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Soil Data: ISRIC SoilGrids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Market Prices: Agmarknet (Scraped)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Location: OpenStreetMap / Nominatim API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A5F7A"/>
                </a:solidFill>
              </a:defRPr>
            </a:pPr>
            <a:r>
              <a:t>Security &amp; 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C3E50"/>
                </a:solidFill>
              </a:defRPr>
            </a:pPr>
            <a:r>
              <a:t>Auth: JWT-based via Supabase.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Privacy: Encrypted user data.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Deployment: Vercel (Frontend), Railway/Docker (Backend).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Scalability: Containerized microservices architecture.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A5F7A"/>
                </a:solidFill>
              </a:defRPr>
            </a:pPr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C3E50"/>
                </a:solidFill>
              </a:defRPr>
            </a:pPr>
            <a:r>
              <a:t>Q3 2025: Image-based Disease Detection (CV).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Q4 2025: Offline Mode (PWA).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Q1 2026: Community Farmer Forum.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Q2 2026: IoT Sensor Integration.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A5F7A"/>
                </a:solidFill>
              </a:defRPr>
            </a:pPr>
            <a:r>
              <a:t>Challenges &amp;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C3E50"/>
                </a:solidFill>
              </a:defRPr>
            </a:pPr>
            <a:r>
              <a:t>Latency: Optimizing Real-time Voice (WebSockets).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Data: Standardizing various government data formats.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Accuracy: Fine-tuning ML for micro-climates.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Language: Handling dialects in voice recognition.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A5F7A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C3E50"/>
                </a:solidFill>
              </a:defRPr>
            </a:pPr>
            <a:r>
              <a:t>FarmVoice is a digital companion for the Indian farmer.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Democratizing access to technology and information.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Result: Reduced risk, increased profitability.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Technology harvesting a better future.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A5F7A"/>
                </a:solidFill>
              </a:defRPr>
            </a:pPr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>
                <a:solidFill>
                  <a:srgbClr val="2C3E50"/>
                </a:solidFill>
              </a:defRPr>
            </a:pPr>
            <a:r>
              <a:t>Questions &amp; Answers</a:t>
            </a:r>
          </a:p>
          <a:p>
            <a:pPr>
              <a:defRPr sz="2400">
                <a:solidFill>
                  <a:srgbClr val="2C3E50"/>
                </a:solidFill>
              </a:defRPr>
            </a:pP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Developer: Sudhakar Babu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Email: sudhakarbabu595@gmail.com</a:t>
            </a:r>
          </a:p>
          <a:p>
            <a:pPr>
              <a:defRPr sz="2400">
                <a:solidFill>
                  <a:srgbClr val="2C3E50"/>
                </a:solidFill>
              </a:defRPr>
            </a:pPr>
            <a:r>
              <a:t>GitHub: github.com/sudhakar-43/FarmVoice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